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3" r:id="rId1"/>
  </p:sldMasterIdLst>
  <p:notesMasterIdLst>
    <p:notesMasterId r:id="rId15"/>
  </p:notesMasterIdLst>
  <p:sldIdLst>
    <p:sldId id="263" r:id="rId2"/>
    <p:sldId id="285" r:id="rId3"/>
    <p:sldId id="307" r:id="rId4"/>
    <p:sldId id="306" r:id="rId5"/>
    <p:sldId id="308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438C"/>
    <a:srgbClr val="1C3D77"/>
    <a:srgbClr val="843CBC"/>
    <a:srgbClr val="1C46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13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4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606CCE-96B5-456B-BDB8-5AB82A6B73C2}" type="datetimeFigureOut">
              <a:rPr lang="en-NL" smtClean="0"/>
              <a:t>2/3/26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3EB4E-BD9D-40C2-ACA6-F5A7A8E19669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30909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10:01 AM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9468081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10:01 AM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31773415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10:01 AM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66908517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10:01 AM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66465514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10:01 AM</a:t>
            </a:fld>
            <a:endParaRPr lang="en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32285941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10:00 AM</a:t>
            </a:fld>
            <a:endParaRPr lang="en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6060115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10:00 AM</a:t>
            </a:fld>
            <a:endParaRPr lang="en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47076500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10:01 AM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47700502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10:01 AM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56354905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10:01 AM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7261462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10:01 AM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071561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10:01 AM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30389569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erte 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10:01 AM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0839998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ar of onwa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10:01 AM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2191980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10:01 AM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18635874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10:01 AM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53686802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3D0A0-CD79-4217-8564-E505E2EEAA91}" type="datetime8">
              <a:rPr lang="en-NL" smtClean="0"/>
              <a:t>2/3/26 10:00 AM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18234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Afbeelding 26" descr="Afbeelding met tekst, buiten&#10;&#10;Automatisch gegenereerde beschrijving">
            <a:extLst>
              <a:ext uri="{FF2B5EF4-FFF2-40B4-BE49-F238E27FC236}">
                <a16:creationId xmlns:a16="http://schemas.microsoft.com/office/drawing/2014/main" id="{81530D42-C1A8-CB53-C609-6799A82A05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72" r="3977" b="1"/>
          <a:stretch/>
        </p:blipFill>
        <p:spPr>
          <a:xfrm>
            <a:off x="2449145" y="0"/>
            <a:ext cx="6209619" cy="5809129"/>
          </a:xfrm>
          <a:custGeom>
            <a:avLst/>
            <a:gdLst/>
            <a:ahLst/>
            <a:cxnLst/>
            <a:rect l="l" t="t" r="r" b="b"/>
            <a:pathLst>
              <a:path w="4831627" h="4520011">
                <a:moveTo>
                  <a:pt x="0" y="0"/>
                </a:moveTo>
                <a:lnTo>
                  <a:pt x="4831627" y="0"/>
                </a:lnTo>
                <a:lnTo>
                  <a:pt x="1416677" y="4520011"/>
                </a:lnTo>
                <a:close/>
              </a:path>
            </a:pathLst>
          </a:custGeom>
        </p:spPr>
      </p:pic>
      <p:sp>
        <p:nvSpPr>
          <p:cNvPr id="23" name="Tekstvak 22">
            <a:extLst>
              <a:ext uri="{FF2B5EF4-FFF2-40B4-BE49-F238E27FC236}">
                <a16:creationId xmlns:a16="http://schemas.microsoft.com/office/drawing/2014/main" id="{93C0E6BF-4482-0415-9742-CCF61C5099ED}"/>
              </a:ext>
            </a:extLst>
          </p:cNvPr>
          <p:cNvSpPr txBox="1"/>
          <p:nvPr/>
        </p:nvSpPr>
        <p:spPr>
          <a:xfrm>
            <a:off x="-683910" y="2367910"/>
            <a:ext cx="4015442" cy="16463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</a:pPr>
            <a:r>
              <a:rPr lang="en-US" sz="1400" dirty="0">
                <a:latin typeface="+mj-lt"/>
                <a:ea typeface="+mj-ea"/>
                <a:cs typeface="+mj-cs"/>
              </a:rPr>
              <a:t>&lt;IT is our nature&gt;</a:t>
            </a:r>
          </a:p>
        </p:txBody>
      </p:sp>
      <p:pic>
        <p:nvPicPr>
          <p:cNvPr id="33" name="Afbeelding 32">
            <a:extLst>
              <a:ext uri="{FF2B5EF4-FFF2-40B4-BE49-F238E27FC236}">
                <a16:creationId xmlns:a16="http://schemas.microsoft.com/office/drawing/2014/main" id="{87F92FC9-4F4F-0CCF-CB6B-6290144B4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392" y="2785961"/>
            <a:ext cx="3817536" cy="4072039"/>
          </a:xfrm>
          <a:prstGeom prst="rect">
            <a:avLst/>
          </a:prstGeom>
        </p:spPr>
      </p:pic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3F417D-47C8-3A53-A377-27892A1883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77" y="2957911"/>
            <a:ext cx="2833374" cy="660730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6609FB8C-AF67-3299-755C-A46E43F58DA1}"/>
              </a:ext>
            </a:extLst>
          </p:cNvPr>
          <p:cNvSpPr txBox="1">
            <a:spLocks/>
          </p:cNvSpPr>
          <p:nvPr/>
        </p:nvSpPr>
        <p:spPr>
          <a:xfrm>
            <a:off x="471384" y="6112247"/>
            <a:ext cx="10515600" cy="539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b="1" dirty="0">
                <a:solidFill>
                  <a:srgbClr val="1C3D77"/>
                </a:solidFill>
              </a:rPr>
              <a:t>Welcome!</a:t>
            </a:r>
          </a:p>
        </p:txBody>
      </p:sp>
    </p:spTree>
    <p:extLst>
      <p:ext uri="{BB962C8B-B14F-4D97-AF65-F5344CB8AC3E}">
        <p14:creationId xmlns:p14="http://schemas.microsoft.com/office/powerpoint/2010/main" val="1401998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A5AFB369-4673-4727-A7CD-D86AFE0AE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50709826-4D6B-4A97-8DB3-5DA166626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7263F58-6EE6-45B3-9BF2-C0BD5D30A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197CE03-EB81-4718-BEA1-C2D488961E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23">
              <a:extLst>
                <a:ext uri="{FF2B5EF4-FFF2-40B4-BE49-F238E27FC236}">
                  <a16:creationId xmlns:a16="http://schemas.microsoft.com/office/drawing/2014/main" id="{A3451629-72D6-4E33-A99A-40FAF7445D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55" name="Rectangle 25">
              <a:extLst>
                <a:ext uri="{FF2B5EF4-FFF2-40B4-BE49-F238E27FC236}">
                  <a16:creationId xmlns:a16="http://schemas.microsoft.com/office/drawing/2014/main" id="{E04F0FD4-BCD5-4435-A6B5-A2E69303B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56" name="Isosceles Triangle 55">
              <a:extLst>
                <a:ext uri="{FF2B5EF4-FFF2-40B4-BE49-F238E27FC236}">
                  <a16:creationId xmlns:a16="http://schemas.microsoft.com/office/drawing/2014/main" id="{DE110F09-1C81-4E73-B5E9-D857CD879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57" name="Rectangle 27">
              <a:extLst>
                <a:ext uri="{FF2B5EF4-FFF2-40B4-BE49-F238E27FC236}">
                  <a16:creationId xmlns:a16="http://schemas.microsoft.com/office/drawing/2014/main" id="{273A9C01-06BD-4E8E-8BBF-2E2A9ECF4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58" name="Rectangle 28">
              <a:extLst>
                <a:ext uri="{FF2B5EF4-FFF2-40B4-BE49-F238E27FC236}">
                  <a16:creationId xmlns:a16="http://schemas.microsoft.com/office/drawing/2014/main" id="{B206C9B2-27BE-4B6F-A4D0-485FBBEB5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59" name="Rectangle 29">
              <a:extLst>
                <a:ext uri="{FF2B5EF4-FFF2-40B4-BE49-F238E27FC236}">
                  <a16:creationId xmlns:a16="http://schemas.microsoft.com/office/drawing/2014/main" id="{2E7D673E-0C5C-4F2B-B46E-3E9286B9E8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60" name="Isosceles Triangle 59">
              <a:extLst>
                <a:ext uri="{FF2B5EF4-FFF2-40B4-BE49-F238E27FC236}">
                  <a16:creationId xmlns:a16="http://schemas.microsoft.com/office/drawing/2014/main" id="{F0F78B34-9B26-4CA9-B8F0-B9638730F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</p:grpSp>
      <p:pic>
        <p:nvPicPr>
          <p:cNvPr id="5" name="Afbeelding 4" descr="Afbeelding met wiel, band, voertuig, Landvoertuig&#10;&#10;Door AI gegenereerde inhoud is mogelijk onjuist.">
            <a:extLst>
              <a:ext uri="{FF2B5EF4-FFF2-40B4-BE49-F238E27FC236}">
                <a16:creationId xmlns:a16="http://schemas.microsoft.com/office/drawing/2014/main" id="{1218C80B-A078-CAB5-EF0D-D5137FFF7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t="11145" b="12247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0FF9F10B-8764-4B6C-9EBC-4FBE9AC1A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64" name="Parallelogram 63">
            <a:extLst>
              <a:ext uri="{FF2B5EF4-FFF2-40B4-BE49-F238E27FC236}">
                <a16:creationId xmlns:a16="http://schemas.microsoft.com/office/drawing/2014/main" id="{4DC5F81A-AB66-427C-B973-546BE1B7E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84541" y="0"/>
            <a:ext cx="73152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146C810-9BC7-4BEB-A44C-B70C5B3DC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5ADF6C1-FC3E-4CEF-ACAA-1E533A927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23">
            <a:extLst>
              <a:ext uri="{FF2B5EF4-FFF2-40B4-BE49-F238E27FC236}">
                <a16:creationId xmlns:a16="http://schemas.microsoft.com/office/drawing/2014/main" id="{BE11B7D3-FC4D-4157-827F-D418D4AF3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72" name="Rectangle 25">
            <a:extLst>
              <a:ext uri="{FF2B5EF4-FFF2-40B4-BE49-F238E27FC236}">
                <a16:creationId xmlns:a16="http://schemas.microsoft.com/office/drawing/2014/main" id="{F9CA2FB3-69C5-4A17-880A-34C260DF3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74" name="Isosceles Triangle 73">
            <a:extLst>
              <a:ext uri="{FF2B5EF4-FFF2-40B4-BE49-F238E27FC236}">
                <a16:creationId xmlns:a16="http://schemas.microsoft.com/office/drawing/2014/main" id="{A3B42260-CA72-429A-AEFF-A2778C7BC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029732-BCF2-8650-E010-F3E8F82FB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1208" y="1370966"/>
            <a:ext cx="4569803" cy="236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dirty="0"/>
              <a:t>Robot Races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AB4C140-0A4D-4CA9-DE79-AE0014AF83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39693" y="449476"/>
            <a:ext cx="143791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FC8F0F-FD48-ED5F-C376-3A5821134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668A2C3-69B5-4450-B5B1-A41842134C22}" type="slidenum">
              <a:rPr lang="en-US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76" name="Rectangle 27">
            <a:extLst>
              <a:ext uri="{FF2B5EF4-FFF2-40B4-BE49-F238E27FC236}">
                <a16:creationId xmlns:a16="http://schemas.microsoft.com/office/drawing/2014/main" id="{C29C3C96-CB51-440C-B12F-E880D7386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78" name="Rectangle 28">
            <a:extLst>
              <a:ext uri="{FF2B5EF4-FFF2-40B4-BE49-F238E27FC236}">
                <a16:creationId xmlns:a16="http://schemas.microsoft.com/office/drawing/2014/main" id="{17070EE5-FA55-4C41-AD18-785E5F023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80" name="Rectangle 29">
            <a:extLst>
              <a:ext uri="{FF2B5EF4-FFF2-40B4-BE49-F238E27FC236}">
                <a16:creationId xmlns:a16="http://schemas.microsoft.com/office/drawing/2014/main" id="{726DD974-2DC0-457D-B797-BFB5EB6F4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82" name="Isosceles Triangle 81">
            <a:extLst>
              <a:ext uri="{FF2B5EF4-FFF2-40B4-BE49-F238E27FC236}">
                <a16:creationId xmlns:a16="http://schemas.microsoft.com/office/drawing/2014/main" id="{EF9AFB1C-D978-4634-9E2D-78B7F70F5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C6EF1B73-FE7E-52A9-6F0A-D22B0D1AB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5825" y="5808950"/>
            <a:ext cx="778075" cy="82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368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FF36D274-A91F-61AB-2E6D-B033AD87B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10:00 AM</a:t>
            </a:fld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E5262EA-A1F2-BA91-7787-438543CEA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3</a:t>
            </a:fld>
            <a:endParaRPr lang="en-NL"/>
          </a:p>
        </p:txBody>
      </p:sp>
      <p:pic>
        <p:nvPicPr>
          <p:cNvPr id="8" name="Afbeelding 7" descr="Afbeelding met wiel, band, Auto-onderdeel, Speelgoedvoertuig&#10;&#10;Door AI gegenereerde inhoud is mogelijk onjuist.">
            <a:extLst>
              <a:ext uri="{FF2B5EF4-FFF2-40B4-BE49-F238E27FC236}">
                <a16:creationId xmlns:a16="http://schemas.microsoft.com/office/drawing/2014/main" id="{7FA02F0F-87D2-BCFA-943B-D8587FE34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998" y="972290"/>
            <a:ext cx="5069072" cy="5069072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D05F677C-EBAF-C472-CC42-A69426B151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b="1" dirty="0">
                <a:solidFill>
                  <a:srgbClr val="1C3D77"/>
                </a:solidFill>
              </a:rPr>
              <a:t>Meet Roby!</a:t>
            </a:r>
          </a:p>
        </p:txBody>
      </p:sp>
      <p:sp>
        <p:nvSpPr>
          <p:cNvPr id="9" name="Toelichting met afgeronde rechthoek 8">
            <a:extLst>
              <a:ext uri="{FF2B5EF4-FFF2-40B4-BE49-F238E27FC236}">
                <a16:creationId xmlns:a16="http://schemas.microsoft.com/office/drawing/2014/main" id="{8A6F5B50-6967-A511-9476-8E8FC0F7B4E0}"/>
              </a:ext>
            </a:extLst>
          </p:cNvPr>
          <p:cNvSpPr/>
          <p:nvPr/>
        </p:nvSpPr>
        <p:spPr>
          <a:xfrm>
            <a:off x="580768" y="1930400"/>
            <a:ext cx="2207228" cy="763373"/>
          </a:xfrm>
          <a:prstGeom prst="wedgeRoundRectCallout">
            <a:avLst>
              <a:gd name="adj1" fmla="val 67479"/>
              <a:gd name="adj2" fmla="val 10458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Ultrasone sensor</a:t>
            </a:r>
          </a:p>
        </p:txBody>
      </p:sp>
      <p:sp>
        <p:nvSpPr>
          <p:cNvPr id="10" name="Toelichting met afgeronde rechthoek 9">
            <a:extLst>
              <a:ext uri="{FF2B5EF4-FFF2-40B4-BE49-F238E27FC236}">
                <a16:creationId xmlns:a16="http://schemas.microsoft.com/office/drawing/2014/main" id="{C2E84FD6-0911-EF30-35CA-7312E97CC942}"/>
              </a:ext>
            </a:extLst>
          </p:cNvPr>
          <p:cNvSpPr/>
          <p:nvPr/>
        </p:nvSpPr>
        <p:spPr>
          <a:xfrm>
            <a:off x="436605" y="5011352"/>
            <a:ext cx="2207228" cy="763373"/>
          </a:xfrm>
          <a:prstGeom prst="wedgeRoundRectCallout">
            <a:avLst>
              <a:gd name="adj1" fmla="val 76996"/>
              <a:gd name="adj2" fmla="val -6537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Lijnsensoren</a:t>
            </a:r>
          </a:p>
        </p:txBody>
      </p:sp>
      <p:sp>
        <p:nvSpPr>
          <p:cNvPr id="11" name="Toelichting met afgeronde rechthoek 10">
            <a:extLst>
              <a:ext uri="{FF2B5EF4-FFF2-40B4-BE49-F238E27FC236}">
                <a16:creationId xmlns:a16="http://schemas.microsoft.com/office/drawing/2014/main" id="{053C1494-1868-41F0-42B6-4FAC527A3E84}"/>
              </a:ext>
            </a:extLst>
          </p:cNvPr>
          <p:cNvSpPr/>
          <p:nvPr/>
        </p:nvSpPr>
        <p:spPr>
          <a:xfrm>
            <a:off x="6383435" y="1270000"/>
            <a:ext cx="2207228" cy="763373"/>
          </a:xfrm>
          <a:prstGeom prst="wedgeRoundRectCallout">
            <a:avLst>
              <a:gd name="adj1" fmla="val -61282"/>
              <a:gd name="adj2" fmla="val 15314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Arduino</a:t>
            </a:r>
            <a:r>
              <a:rPr lang="nl-NL" dirty="0"/>
              <a:t> UNO R3</a:t>
            </a:r>
          </a:p>
        </p:txBody>
      </p:sp>
      <p:sp>
        <p:nvSpPr>
          <p:cNvPr id="12" name="Toelichting met afgeronde rechthoek 11">
            <a:extLst>
              <a:ext uri="{FF2B5EF4-FFF2-40B4-BE49-F238E27FC236}">
                <a16:creationId xmlns:a16="http://schemas.microsoft.com/office/drawing/2014/main" id="{030EA758-AF58-58C2-DF69-398CF85A2D4A}"/>
              </a:ext>
            </a:extLst>
          </p:cNvPr>
          <p:cNvSpPr/>
          <p:nvPr/>
        </p:nvSpPr>
        <p:spPr>
          <a:xfrm>
            <a:off x="8605737" y="4771081"/>
            <a:ext cx="2207228" cy="763373"/>
          </a:xfrm>
          <a:prstGeom prst="wedgeRoundRectCallout">
            <a:avLst>
              <a:gd name="adj1" fmla="val -87594"/>
              <a:gd name="adj2" fmla="val -1681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4WD Gelijkstroom motoren</a:t>
            </a:r>
          </a:p>
        </p:txBody>
      </p:sp>
    </p:spTree>
    <p:extLst>
      <p:ext uri="{BB962C8B-B14F-4D97-AF65-F5344CB8AC3E}">
        <p14:creationId xmlns:p14="http://schemas.microsoft.com/office/powerpoint/2010/main" val="2642130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E68DCF3-F935-2E84-CEAA-7CA1F60E0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10:00 AM</a:t>
            </a:fld>
            <a:endParaRPr lang="en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0E2EFB93-C940-7F9F-D87E-83EEB6050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58665D5-0069-7D8C-7BE6-C5EA280B2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4</a:t>
            </a:fld>
            <a:endParaRPr lang="en-NL"/>
          </a:p>
        </p:txBody>
      </p:sp>
      <p:pic>
        <p:nvPicPr>
          <p:cNvPr id="7" name="Afbeelding 6" descr="Afbeelding met tekst, poster, Lettertype, tekenfilm&#10;&#10;Door AI gegenereerde inhoud is mogelijk onjuist.">
            <a:extLst>
              <a:ext uri="{FF2B5EF4-FFF2-40B4-BE49-F238E27FC236}">
                <a16:creationId xmlns:a16="http://schemas.microsoft.com/office/drawing/2014/main" id="{35E6E83D-C951-4693-A5C0-57A4BDA8A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CC7FA2C7-0777-220B-C93D-074AF6BDA9DD}"/>
              </a:ext>
            </a:extLst>
          </p:cNvPr>
          <p:cNvSpPr txBox="1">
            <a:spLocks/>
          </p:cNvSpPr>
          <p:nvPr/>
        </p:nvSpPr>
        <p:spPr>
          <a:xfrm>
            <a:off x="4769708" y="271848"/>
            <a:ext cx="10515600" cy="6462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b="1" dirty="0">
                <a:solidFill>
                  <a:srgbClr val="1C3D77"/>
                </a:solidFill>
              </a:rPr>
              <a:t>De </a:t>
            </a:r>
            <a:r>
              <a:rPr lang="en-GB" b="1" dirty="0" err="1">
                <a:solidFill>
                  <a:srgbClr val="1C3D77"/>
                </a:solidFill>
              </a:rPr>
              <a:t>uitdaging</a:t>
            </a:r>
            <a:r>
              <a:rPr lang="en-GB" b="1" dirty="0">
                <a:solidFill>
                  <a:srgbClr val="1C3D77"/>
                </a:solidFill>
              </a:rPr>
              <a:t>!!!</a:t>
            </a:r>
          </a:p>
          <a:p>
            <a:pPr lvl="1"/>
            <a:endParaRPr lang="en-GB" sz="100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sz="16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b="1" dirty="0">
              <a:solidFill>
                <a:srgbClr val="1C3D77"/>
              </a:solidFill>
            </a:endParaRP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F97544FD-2851-7EC0-C9DB-64CC5D5EEFAA}"/>
              </a:ext>
            </a:extLst>
          </p:cNvPr>
          <p:cNvSpPr txBox="1"/>
          <p:nvPr/>
        </p:nvSpPr>
        <p:spPr>
          <a:xfrm>
            <a:off x="4769708" y="3768811"/>
            <a:ext cx="5511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Degene die </a:t>
            </a:r>
            <a:r>
              <a:rPr lang="nl-NL" dirty="0" err="1"/>
              <a:t>Roby</a:t>
            </a:r>
            <a:r>
              <a:rPr lang="nl-NL" dirty="0"/>
              <a:t> het snelst over het </a:t>
            </a:r>
            <a:r>
              <a:rPr lang="nl-NL" dirty="0" err="1"/>
              <a:t>parcour</a:t>
            </a:r>
            <a:r>
              <a:rPr lang="nl-NL" dirty="0"/>
              <a:t> krijgt en daarbij om kan gaan met de obstakels wint!</a:t>
            </a:r>
          </a:p>
        </p:txBody>
      </p:sp>
    </p:spTree>
    <p:extLst>
      <p:ext uri="{BB962C8B-B14F-4D97-AF65-F5344CB8AC3E}">
        <p14:creationId xmlns:p14="http://schemas.microsoft.com/office/powerpoint/2010/main" val="635145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417D1-282C-B296-245A-02E522BF5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5B18221-CB1E-0A8B-56EB-F7408D30C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10:00 AM</a:t>
            </a:fld>
            <a:endParaRPr lang="en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32ABF71-4651-CECE-F335-DDE544969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EC06545-9912-5BF9-CB3B-726E47552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5</a:t>
            </a:fld>
            <a:endParaRPr lang="en-NL"/>
          </a:p>
        </p:txBody>
      </p:sp>
      <p:pic>
        <p:nvPicPr>
          <p:cNvPr id="7" name="Afbeelding 6" descr="Afbeelding met tekst, poster, Lettertype, tekenfilm&#10;&#10;Door AI gegenereerde inhoud is mogelijk onjuist.">
            <a:extLst>
              <a:ext uri="{FF2B5EF4-FFF2-40B4-BE49-F238E27FC236}">
                <a16:creationId xmlns:a16="http://schemas.microsoft.com/office/drawing/2014/main" id="{6DD873DD-F12C-B655-BCBE-A90144FC6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7C0E8BE1-00D5-5317-F1FF-48FBB210FB68}"/>
              </a:ext>
            </a:extLst>
          </p:cNvPr>
          <p:cNvSpPr txBox="1">
            <a:spLocks/>
          </p:cNvSpPr>
          <p:nvPr/>
        </p:nvSpPr>
        <p:spPr>
          <a:xfrm>
            <a:off x="4769708" y="271848"/>
            <a:ext cx="10515600" cy="6462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b="1" dirty="0">
                <a:solidFill>
                  <a:srgbClr val="1C3D77"/>
                </a:solidFill>
              </a:rPr>
              <a:t>De regels:</a:t>
            </a:r>
          </a:p>
          <a:p>
            <a:endParaRPr lang="en-GB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r>
              <a:rPr lang="en-GB" sz="1400" b="1" dirty="0">
                <a:solidFill>
                  <a:srgbClr val="1C3D77"/>
                </a:solidFill>
              </a:rPr>
              <a:t>Geen hardware </a:t>
            </a:r>
            <a:r>
              <a:rPr lang="en-GB" sz="1400" b="1" dirty="0" err="1">
                <a:solidFill>
                  <a:srgbClr val="1C3D77"/>
                </a:solidFill>
              </a:rPr>
              <a:t>aanpassingen</a:t>
            </a:r>
            <a:r>
              <a:rPr lang="en-GB" sz="1400" b="1" dirty="0">
                <a:solidFill>
                  <a:srgbClr val="1C3D77"/>
                </a:solidFill>
              </a:rPr>
              <a:t>!</a:t>
            </a:r>
          </a:p>
          <a:p>
            <a:pPr marL="571500" indent="-571500">
              <a:buFontTx/>
              <a:buChar char="-"/>
            </a:pPr>
            <a:r>
              <a:rPr lang="en-GB" sz="1400" b="1" dirty="0">
                <a:solidFill>
                  <a:srgbClr val="1C3D77"/>
                </a:solidFill>
              </a:rPr>
              <a:t>Parkour mag </a:t>
            </a:r>
            <a:r>
              <a:rPr lang="en-GB" sz="1400" b="1" dirty="0" err="1">
                <a:solidFill>
                  <a:srgbClr val="1C3D77"/>
                </a:solidFill>
              </a:rPr>
              <a:t>niet</a:t>
            </a:r>
            <a:r>
              <a:rPr lang="en-GB" sz="1400" b="1" dirty="0">
                <a:solidFill>
                  <a:srgbClr val="1C3D77"/>
                </a:solidFill>
              </a:rPr>
              <a:t> </a:t>
            </a:r>
            <a:r>
              <a:rPr lang="en-GB" sz="1400" b="1" dirty="0" err="1">
                <a:solidFill>
                  <a:srgbClr val="1C3D77"/>
                </a:solidFill>
              </a:rPr>
              <a:t>verlaten</a:t>
            </a:r>
            <a:r>
              <a:rPr lang="en-GB" sz="1400" b="1" dirty="0">
                <a:solidFill>
                  <a:srgbClr val="1C3D77"/>
                </a:solidFill>
              </a:rPr>
              <a:t> </a:t>
            </a:r>
            <a:r>
              <a:rPr lang="en-GB" sz="1400" b="1" dirty="0" err="1">
                <a:solidFill>
                  <a:srgbClr val="1C3D77"/>
                </a:solidFill>
              </a:rPr>
              <a:t>worden</a:t>
            </a:r>
            <a:r>
              <a:rPr lang="en-GB" sz="1400" b="1" dirty="0">
                <a:solidFill>
                  <a:srgbClr val="1C3D77"/>
                </a:solidFill>
              </a:rPr>
              <a:t>, </a:t>
            </a:r>
            <a:r>
              <a:rPr lang="en-GB" sz="1400" b="1" dirty="0" err="1">
                <a:solidFill>
                  <a:srgbClr val="1C3D77"/>
                </a:solidFill>
              </a:rPr>
              <a:t>alleen</a:t>
            </a:r>
            <a:r>
              <a:rPr lang="en-GB" sz="1400" b="1" dirty="0">
                <a:solidFill>
                  <a:srgbClr val="1C3D77"/>
                </a:solidFill>
              </a:rPr>
              <a:t> om </a:t>
            </a:r>
            <a:r>
              <a:rPr lang="en-GB" sz="1400" b="1" dirty="0" err="1">
                <a:solidFill>
                  <a:srgbClr val="1C3D77"/>
                </a:solidFill>
              </a:rPr>
              <a:t>obstakels</a:t>
            </a:r>
            <a:r>
              <a:rPr lang="en-GB" sz="1400" b="1" dirty="0">
                <a:solidFill>
                  <a:srgbClr val="1C3D77"/>
                </a:solidFill>
              </a:rPr>
              <a:t> </a:t>
            </a:r>
            <a:r>
              <a:rPr lang="en-GB" sz="1400" b="1" dirty="0" err="1">
                <a:solidFill>
                  <a:srgbClr val="1C3D77"/>
                </a:solidFill>
              </a:rPr>
              <a:t>te</a:t>
            </a:r>
            <a:r>
              <a:rPr lang="en-GB" sz="1400" b="1" dirty="0">
                <a:solidFill>
                  <a:srgbClr val="1C3D77"/>
                </a:solidFill>
              </a:rPr>
              <a:t> </a:t>
            </a:r>
            <a:r>
              <a:rPr lang="en-GB" sz="1400" b="1" dirty="0" err="1">
                <a:solidFill>
                  <a:srgbClr val="1C3D77"/>
                </a:solidFill>
              </a:rPr>
              <a:t>ontwijken</a:t>
            </a:r>
            <a:r>
              <a:rPr lang="en-GB" sz="1400" b="1" dirty="0">
                <a:solidFill>
                  <a:srgbClr val="1C3D77"/>
                </a:solidFill>
              </a:rPr>
              <a:t> </a:t>
            </a:r>
          </a:p>
          <a:p>
            <a:pPr marL="571500" indent="-571500">
              <a:buFontTx/>
              <a:buChar char="-"/>
            </a:pPr>
            <a:r>
              <a:rPr lang="en-GB" sz="1400" b="1" dirty="0" err="1">
                <a:solidFill>
                  <a:srgbClr val="1C3D77"/>
                </a:solidFill>
              </a:rPr>
              <a:t>Hierbij</a:t>
            </a:r>
            <a:r>
              <a:rPr lang="en-GB" sz="1400" b="1" dirty="0">
                <a:solidFill>
                  <a:srgbClr val="1C3D77"/>
                </a:solidFill>
              </a:rPr>
              <a:t> </a:t>
            </a:r>
            <a:r>
              <a:rPr lang="en-GB" sz="1400" b="1" dirty="0" err="1">
                <a:solidFill>
                  <a:srgbClr val="1C3D77"/>
                </a:solidFill>
              </a:rPr>
              <a:t>moet</a:t>
            </a:r>
            <a:r>
              <a:rPr lang="en-GB" sz="1400" b="1" dirty="0">
                <a:solidFill>
                  <a:srgbClr val="1C3D77"/>
                </a:solidFill>
              </a:rPr>
              <a:t> Roby zo </a:t>
            </a:r>
            <a:r>
              <a:rPr lang="en-GB" sz="1400" b="1" dirty="0" err="1">
                <a:solidFill>
                  <a:srgbClr val="1C3D77"/>
                </a:solidFill>
              </a:rPr>
              <a:t>snel</a:t>
            </a:r>
            <a:r>
              <a:rPr lang="en-GB" sz="1400" b="1" dirty="0">
                <a:solidFill>
                  <a:srgbClr val="1C3D77"/>
                </a:solidFill>
              </a:rPr>
              <a:t> </a:t>
            </a:r>
            <a:r>
              <a:rPr lang="en-GB" sz="1400" b="1" dirty="0" err="1">
                <a:solidFill>
                  <a:srgbClr val="1C3D77"/>
                </a:solidFill>
              </a:rPr>
              <a:t>mogelijk</a:t>
            </a:r>
            <a:r>
              <a:rPr lang="en-GB" sz="1400" b="1" dirty="0">
                <a:solidFill>
                  <a:srgbClr val="1C3D77"/>
                </a:solidFill>
              </a:rPr>
              <a:t> </a:t>
            </a:r>
            <a:r>
              <a:rPr lang="en-GB" sz="1400" b="1" dirty="0" err="1">
                <a:solidFill>
                  <a:srgbClr val="1C3D77"/>
                </a:solidFill>
              </a:rPr>
              <a:t>weer</a:t>
            </a:r>
            <a:r>
              <a:rPr lang="en-GB" sz="1400" b="1" dirty="0">
                <a:solidFill>
                  <a:srgbClr val="1C3D77"/>
                </a:solidFill>
              </a:rPr>
              <a:t> </a:t>
            </a:r>
            <a:r>
              <a:rPr lang="en-GB" sz="1400" b="1" dirty="0" err="1">
                <a:solidFill>
                  <a:srgbClr val="1C3D77"/>
                </a:solidFill>
              </a:rPr>
              <a:t>terug</a:t>
            </a:r>
            <a:r>
              <a:rPr lang="en-GB" sz="1400" b="1" dirty="0">
                <a:solidFill>
                  <a:srgbClr val="1C3D77"/>
                </a:solidFill>
              </a:rPr>
              <a:t> in het parkour!</a:t>
            </a:r>
          </a:p>
          <a:p>
            <a:pPr marL="571500" indent="-571500">
              <a:buFontTx/>
              <a:buChar char="-"/>
            </a:pPr>
            <a:r>
              <a:rPr lang="en-GB" sz="1400" b="1" dirty="0" err="1">
                <a:solidFill>
                  <a:srgbClr val="1C3D77"/>
                </a:solidFill>
              </a:rPr>
              <a:t>Interventie</a:t>
            </a:r>
            <a:r>
              <a:rPr lang="en-GB" sz="1400" b="1" dirty="0">
                <a:solidFill>
                  <a:srgbClr val="1C3D77"/>
                </a:solidFill>
              </a:rPr>
              <a:t> van </a:t>
            </a:r>
            <a:r>
              <a:rPr lang="en-GB" sz="1400" b="1" dirty="0" err="1">
                <a:solidFill>
                  <a:srgbClr val="1C3D77"/>
                </a:solidFill>
              </a:rPr>
              <a:t>een</a:t>
            </a:r>
            <a:r>
              <a:rPr lang="en-GB" sz="1400" b="1" dirty="0">
                <a:solidFill>
                  <a:srgbClr val="1C3D77"/>
                </a:solidFill>
              </a:rPr>
              <a:t> </a:t>
            </a:r>
            <a:r>
              <a:rPr lang="en-GB" sz="1400" b="1" dirty="0" err="1">
                <a:solidFill>
                  <a:srgbClr val="1C3D77"/>
                </a:solidFill>
              </a:rPr>
              <a:t>mens</a:t>
            </a:r>
            <a:r>
              <a:rPr lang="en-GB" sz="1400" b="1" dirty="0">
                <a:solidFill>
                  <a:srgbClr val="1C3D77"/>
                </a:solidFill>
              </a:rPr>
              <a:t> </a:t>
            </a:r>
            <a:r>
              <a:rPr lang="en-GB" sz="1400" b="1" dirty="0" err="1">
                <a:solidFill>
                  <a:srgbClr val="1C3D77"/>
                </a:solidFill>
              </a:rPr>
              <a:t>leid</a:t>
            </a:r>
            <a:r>
              <a:rPr lang="en-GB" sz="1400" b="1" dirty="0">
                <a:solidFill>
                  <a:srgbClr val="1C3D77"/>
                </a:solidFill>
              </a:rPr>
              <a:t> tot </a:t>
            </a:r>
            <a:r>
              <a:rPr lang="en-GB" sz="1400" b="1" dirty="0" err="1">
                <a:solidFill>
                  <a:srgbClr val="1C3D77"/>
                </a:solidFill>
              </a:rPr>
              <a:t>diskwalificatie</a:t>
            </a:r>
            <a:r>
              <a:rPr lang="en-GB" sz="1400" b="1" dirty="0">
                <a:solidFill>
                  <a:srgbClr val="1C3D77"/>
                </a:solidFill>
              </a:rPr>
              <a:t>!</a:t>
            </a:r>
          </a:p>
          <a:p>
            <a:pPr marL="571500" indent="-571500">
              <a:buFontTx/>
              <a:buChar char="-"/>
            </a:pPr>
            <a:r>
              <a:rPr lang="en-GB" sz="1400" b="1" dirty="0">
                <a:solidFill>
                  <a:srgbClr val="1C3D77"/>
                </a:solidFill>
              </a:rPr>
              <a:t>Het </a:t>
            </a:r>
            <a:r>
              <a:rPr lang="en-GB" sz="1400" b="1" dirty="0" err="1">
                <a:solidFill>
                  <a:srgbClr val="1C3D77"/>
                </a:solidFill>
              </a:rPr>
              <a:t>obstakel</a:t>
            </a:r>
            <a:r>
              <a:rPr lang="en-GB" sz="1400" b="1" dirty="0">
                <a:solidFill>
                  <a:srgbClr val="1C3D77"/>
                </a:solidFill>
              </a:rPr>
              <a:t> </a:t>
            </a:r>
            <a:r>
              <a:rPr lang="en-GB" sz="1400" b="1" dirty="0" err="1">
                <a:solidFill>
                  <a:srgbClr val="1C3D77"/>
                </a:solidFill>
              </a:rPr>
              <a:t>aanraken</a:t>
            </a:r>
            <a:r>
              <a:rPr lang="en-GB" sz="1400" b="1" dirty="0">
                <a:solidFill>
                  <a:srgbClr val="1C3D77"/>
                </a:solidFill>
              </a:rPr>
              <a:t> is </a:t>
            </a:r>
            <a:r>
              <a:rPr lang="en-GB" sz="1400" b="1" dirty="0" err="1">
                <a:solidFill>
                  <a:srgbClr val="1C3D77"/>
                </a:solidFill>
              </a:rPr>
              <a:t>diskwalificatie</a:t>
            </a:r>
            <a:r>
              <a:rPr lang="en-GB" sz="1400" b="1" dirty="0">
                <a:solidFill>
                  <a:srgbClr val="1C3D77"/>
                </a:solidFill>
              </a:rPr>
              <a:t>!</a:t>
            </a:r>
          </a:p>
          <a:p>
            <a:pPr marL="571500" indent="-571500">
              <a:buFontTx/>
              <a:buChar char="-"/>
            </a:pPr>
            <a:r>
              <a:rPr lang="en-GB" sz="1400" b="1" dirty="0" err="1">
                <a:solidFill>
                  <a:srgbClr val="1C3D77"/>
                </a:solidFill>
              </a:rPr>
              <a:t>Obstakels</a:t>
            </a:r>
            <a:r>
              <a:rPr lang="en-GB" sz="1400" b="1" dirty="0">
                <a:solidFill>
                  <a:srgbClr val="1C3D77"/>
                </a:solidFill>
              </a:rPr>
              <a:t> </a:t>
            </a:r>
            <a:r>
              <a:rPr lang="en-GB" sz="1400" b="1" dirty="0" err="1">
                <a:solidFill>
                  <a:srgbClr val="1C3D77"/>
                </a:solidFill>
              </a:rPr>
              <a:t>aanpassen</a:t>
            </a:r>
            <a:r>
              <a:rPr lang="en-GB" sz="1400" b="1" dirty="0">
                <a:solidFill>
                  <a:srgbClr val="1C3D77"/>
                </a:solidFill>
              </a:rPr>
              <a:t> / circuit </a:t>
            </a:r>
            <a:r>
              <a:rPr lang="en-GB" sz="1400" b="1" dirty="0" err="1">
                <a:solidFill>
                  <a:srgbClr val="1C3D77"/>
                </a:solidFill>
              </a:rPr>
              <a:t>aanpassingen</a:t>
            </a:r>
            <a:r>
              <a:rPr lang="en-GB" sz="1400" b="1" dirty="0">
                <a:solidFill>
                  <a:srgbClr val="1C3D77"/>
                </a:solidFill>
              </a:rPr>
              <a:t> </a:t>
            </a:r>
            <a:r>
              <a:rPr lang="en-GB" sz="1400" b="1" dirty="0" err="1">
                <a:solidFill>
                  <a:srgbClr val="1C3D77"/>
                </a:solidFill>
              </a:rPr>
              <a:t>niet</a:t>
            </a:r>
            <a:r>
              <a:rPr lang="en-GB" sz="1400" b="1" dirty="0">
                <a:solidFill>
                  <a:srgbClr val="1C3D77"/>
                </a:solidFill>
              </a:rPr>
              <a:t> </a:t>
            </a:r>
            <a:r>
              <a:rPr lang="en-GB" sz="1400" b="1" dirty="0" err="1">
                <a:solidFill>
                  <a:srgbClr val="1C3D77"/>
                </a:solidFill>
              </a:rPr>
              <a:t>toegestaan</a:t>
            </a:r>
            <a:r>
              <a:rPr lang="en-GB" sz="1400" b="1" dirty="0">
                <a:solidFill>
                  <a:srgbClr val="1C3D77"/>
                </a:solidFill>
              </a:rPr>
              <a:t>!</a:t>
            </a:r>
          </a:p>
          <a:p>
            <a:pPr marL="571500" indent="-571500">
              <a:buFontTx/>
              <a:buChar char="-"/>
            </a:pPr>
            <a:endParaRPr lang="en-GB" sz="14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sz="14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r>
              <a:rPr lang="en-GB" sz="1400" b="1" dirty="0">
                <a:solidFill>
                  <a:srgbClr val="1C3D77"/>
                </a:solidFill>
              </a:rPr>
              <a:t>Op 31-5 </a:t>
            </a:r>
            <a:r>
              <a:rPr lang="en-GB" sz="1400" b="1" dirty="0" err="1">
                <a:solidFill>
                  <a:srgbClr val="1C3D77"/>
                </a:solidFill>
              </a:rPr>
              <a:t>moet</a:t>
            </a:r>
            <a:r>
              <a:rPr lang="en-GB" sz="1400" b="1" dirty="0">
                <a:solidFill>
                  <a:srgbClr val="1C3D77"/>
                </a:solidFill>
              </a:rPr>
              <a:t> </a:t>
            </a:r>
            <a:r>
              <a:rPr lang="en-GB" sz="1400" b="1" dirty="0" err="1">
                <a:solidFill>
                  <a:srgbClr val="1C3D77"/>
                </a:solidFill>
              </a:rPr>
              <a:t>jouw</a:t>
            </a:r>
            <a:r>
              <a:rPr lang="en-GB" sz="1400" b="1" dirty="0">
                <a:solidFill>
                  <a:srgbClr val="1C3D77"/>
                </a:solidFill>
              </a:rPr>
              <a:t> software op de </a:t>
            </a:r>
            <a:r>
              <a:rPr lang="en-GB" sz="1400" b="1" dirty="0" err="1">
                <a:solidFill>
                  <a:srgbClr val="1C3D77"/>
                </a:solidFill>
              </a:rPr>
              <a:t>Alvant</a:t>
            </a:r>
            <a:r>
              <a:rPr lang="en-GB" sz="1400" b="1" dirty="0">
                <a:solidFill>
                  <a:srgbClr val="1C3D77"/>
                </a:solidFill>
              </a:rPr>
              <a:t> repo </a:t>
            </a:r>
            <a:r>
              <a:rPr lang="en-GB" sz="1400" b="1" dirty="0" err="1">
                <a:solidFill>
                  <a:srgbClr val="1C3D77"/>
                </a:solidFill>
              </a:rPr>
              <a:t>staan</a:t>
            </a:r>
            <a:r>
              <a:rPr lang="en-GB" sz="1400" b="1" dirty="0">
                <a:solidFill>
                  <a:srgbClr val="1C3D77"/>
                </a:solidFill>
              </a:rPr>
              <a:t>!</a:t>
            </a:r>
          </a:p>
          <a:p>
            <a:pPr marL="571500" indent="-571500">
              <a:buFontTx/>
              <a:buChar char="-"/>
            </a:pPr>
            <a:r>
              <a:rPr lang="en-GB" sz="1400" b="1" dirty="0">
                <a:solidFill>
                  <a:srgbClr val="1C3D77"/>
                </a:solidFill>
              </a:rPr>
              <a:t>	Doe </a:t>
            </a:r>
            <a:r>
              <a:rPr lang="en-GB" sz="1400" b="1" dirty="0" err="1">
                <a:solidFill>
                  <a:srgbClr val="1C3D77"/>
                </a:solidFill>
              </a:rPr>
              <a:t>dit</a:t>
            </a:r>
            <a:r>
              <a:rPr lang="en-GB" sz="1400" b="1" dirty="0">
                <a:solidFill>
                  <a:srgbClr val="1C3D77"/>
                </a:solidFill>
              </a:rPr>
              <a:t> </a:t>
            </a:r>
            <a:r>
              <a:rPr lang="en-GB" sz="1400" b="1" dirty="0" err="1">
                <a:solidFill>
                  <a:srgbClr val="1C3D77"/>
                </a:solidFill>
              </a:rPr>
              <a:t>onder</a:t>
            </a:r>
            <a:r>
              <a:rPr lang="en-GB" sz="1400" b="1" dirty="0">
                <a:solidFill>
                  <a:srgbClr val="1C3D77"/>
                </a:solidFill>
              </a:rPr>
              <a:t> </a:t>
            </a:r>
            <a:r>
              <a:rPr lang="en-GB" sz="1400" b="1" dirty="0" err="1">
                <a:solidFill>
                  <a:srgbClr val="1C3D77"/>
                </a:solidFill>
              </a:rPr>
              <a:t>een</a:t>
            </a:r>
            <a:r>
              <a:rPr lang="en-GB" sz="1400" b="1" dirty="0">
                <a:solidFill>
                  <a:srgbClr val="1C3D77"/>
                </a:solidFill>
              </a:rPr>
              <a:t> map met je team naam! </a:t>
            </a:r>
          </a:p>
          <a:p>
            <a:pPr marL="571500" indent="-571500">
              <a:buFontTx/>
              <a:buChar char="-"/>
            </a:pPr>
            <a:r>
              <a:rPr lang="en-GB" sz="1400" b="1" dirty="0">
                <a:solidFill>
                  <a:srgbClr val="1C3D77"/>
                </a:solidFill>
              </a:rPr>
              <a:t>        (</a:t>
            </a:r>
            <a:r>
              <a:rPr lang="en-GB" sz="1400" b="1" dirty="0" err="1">
                <a:solidFill>
                  <a:srgbClr val="1C3D77"/>
                </a:solidFill>
              </a:rPr>
              <a:t>zet</a:t>
            </a:r>
            <a:r>
              <a:rPr lang="en-GB" sz="1400" b="1" dirty="0">
                <a:solidFill>
                  <a:srgbClr val="1C3D77"/>
                </a:solidFill>
              </a:rPr>
              <a:t> </a:t>
            </a:r>
            <a:r>
              <a:rPr lang="en-GB" sz="1400" b="1" dirty="0" err="1">
                <a:solidFill>
                  <a:srgbClr val="1C3D77"/>
                </a:solidFill>
              </a:rPr>
              <a:t>een</a:t>
            </a:r>
            <a:r>
              <a:rPr lang="en-GB" sz="1400" b="1" dirty="0">
                <a:solidFill>
                  <a:srgbClr val="1C3D77"/>
                </a:solidFill>
              </a:rPr>
              <a:t> contact </a:t>
            </a:r>
            <a:r>
              <a:rPr lang="en-GB" sz="1400" b="1" dirty="0" err="1">
                <a:solidFill>
                  <a:srgbClr val="1C3D77"/>
                </a:solidFill>
              </a:rPr>
              <a:t>persoon</a:t>
            </a:r>
            <a:r>
              <a:rPr lang="en-GB" sz="1400" b="1" dirty="0">
                <a:solidFill>
                  <a:srgbClr val="1C3D77"/>
                </a:solidFill>
              </a:rPr>
              <a:t> in de readme)</a:t>
            </a: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sz="1400" b="1" dirty="0">
              <a:solidFill>
                <a:srgbClr val="1C3D77"/>
              </a:solidFill>
            </a:endParaRPr>
          </a:p>
          <a:p>
            <a:pPr lvl="1"/>
            <a:endParaRPr lang="en-GB" sz="100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sz="16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b="1" dirty="0">
              <a:solidFill>
                <a:srgbClr val="1C3D7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344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ABC2E94-83B9-D7DD-B894-BE4A54F36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10:00 AM</a:t>
            </a:fld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D375C67-C4C9-5C41-01D6-B90303FE6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6</a:t>
            </a:fld>
            <a:endParaRPr lang="en-NL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3180B73-DDE9-7010-C173-24583CB378FA}"/>
              </a:ext>
            </a:extLst>
          </p:cNvPr>
          <p:cNvSpPr txBox="1">
            <a:spLocks/>
          </p:cNvSpPr>
          <p:nvPr/>
        </p:nvSpPr>
        <p:spPr>
          <a:xfrm>
            <a:off x="677334" y="0"/>
            <a:ext cx="10515600" cy="6462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nl-NL" dirty="0"/>
              <a:t>Voor wie </a:t>
            </a:r>
            <a:r>
              <a:rPr lang="nl-NL" dirty="0" err="1"/>
              <a:t>arduino</a:t>
            </a:r>
            <a:r>
              <a:rPr lang="nl-NL" dirty="0"/>
              <a:t> niet kent…</a:t>
            </a:r>
          </a:p>
          <a:p>
            <a:endParaRPr lang="en-GB" b="1" dirty="0">
              <a:solidFill>
                <a:srgbClr val="1C3D77"/>
              </a:solidFill>
            </a:endParaRPr>
          </a:p>
          <a:p>
            <a:r>
              <a:rPr lang="en-GB" sz="1400" b="1" dirty="0">
                <a:solidFill>
                  <a:srgbClr val="1C3D77"/>
                </a:solidFill>
              </a:rPr>
              <a:t>Open source electronica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1C3D77"/>
                </a:solidFill>
              </a:rPr>
              <a:t>Veel </a:t>
            </a:r>
            <a:r>
              <a:rPr lang="en-GB" sz="1400" b="1" dirty="0" err="1">
                <a:solidFill>
                  <a:srgbClr val="1C3D77"/>
                </a:solidFill>
              </a:rPr>
              <a:t>gebruikt</a:t>
            </a:r>
            <a:r>
              <a:rPr lang="en-GB" sz="1400" b="1" dirty="0">
                <a:solidFill>
                  <a:srgbClr val="1C3D77"/>
                </a:solidFill>
              </a:rPr>
              <a:t> op </a:t>
            </a:r>
            <a:r>
              <a:rPr lang="en-GB" sz="1400" b="1" dirty="0" err="1">
                <a:solidFill>
                  <a:srgbClr val="1C3D77"/>
                </a:solidFill>
              </a:rPr>
              <a:t>scholen</a:t>
            </a:r>
            <a:endParaRPr lang="en-GB" sz="1400" b="1" dirty="0">
              <a:solidFill>
                <a:srgbClr val="1C3D77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1C3D77"/>
                </a:solidFill>
              </a:rPr>
              <a:t>Eigen </a:t>
            </a:r>
            <a:r>
              <a:rPr lang="en-GB" sz="1400" b="1" dirty="0" err="1">
                <a:solidFill>
                  <a:srgbClr val="1C3D77"/>
                </a:solidFill>
              </a:rPr>
              <a:t>kleine</a:t>
            </a:r>
            <a:r>
              <a:rPr lang="en-GB" sz="1400" b="1" dirty="0">
                <a:solidFill>
                  <a:srgbClr val="1C3D77"/>
                </a:solidFill>
              </a:rPr>
              <a:t> 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1C3D77"/>
                </a:solidFill>
              </a:rPr>
              <a:t>Grote community / </a:t>
            </a:r>
            <a:r>
              <a:rPr lang="en-GB" sz="1400" b="1" dirty="0" err="1">
                <a:solidFill>
                  <a:srgbClr val="1C3D77"/>
                </a:solidFill>
              </a:rPr>
              <a:t>veel</a:t>
            </a:r>
            <a:r>
              <a:rPr lang="en-GB" sz="1400" b="1" dirty="0">
                <a:solidFill>
                  <a:srgbClr val="1C3D77"/>
                </a:solidFill>
              </a:rPr>
              <a:t> </a:t>
            </a:r>
            <a:r>
              <a:rPr lang="en-GB" sz="1400" b="1" dirty="0" err="1">
                <a:solidFill>
                  <a:srgbClr val="1C3D77"/>
                </a:solidFill>
              </a:rPr>
              <a:t>voorbeelden</a:t>
            </a:r>
            <a:r>
              <a:rPr lang="en-GB" sz="1400" b="1" dirty="0">
                <a:solidFill>
                  <a:srgbClr val="1C3D77"/>
                </a:solidFill>
              </a:rPr>
              <a:t> </a:t>
            </a:r>
            <a:r>
              <a:rPr lang="en-GB" sz="1400" b="1" dirty="0" err="1">
                <a:solidFill>
                  <a:srgbClr val="1C3D77"/>
                </a:solidFill>
              </a:rPr>
              <a:t>en</a:t>
            </a:r>
            <a:r>
              <a:rPr lang="en-GB" sz="1400" b="1" dirty="0">
                <a:solidFill>
                  <a:srgbClr val="1C3D77"/>
                </a:solidFill>
              </a:rPr>
              <a:t> tutorials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00" b="1" dirty="0">
              <a:solidFill>
                <a:srgbClr val="1C3D77"/>
              </a:solidFill>
            </a:endParaRPr>
          </a:p>
          <a:p>
            <a:endParaRPr lang="en-GB" sz="1400" b="1" dirty="0">
              <a:solidFill>
                <a:srgbClr val="1C3D77"/>
              </a:solidFill>
            </a:endParaRPr>
          </a:p>
          <a:p>
            <a:r>
              <a:rPr lang="en-GB" sz="1400" b="1" dirty="0">
                <a:solidFill>
                  <a:srgbClr val="1C3D77"/>
                </a:solidFill>
              </a:rPr>
              <a:t>Wat </a:t>
            </a:r>
            <a:r>
              <a:rPr lang="en-GB" sz="1400" b="1" dirty="0" err="1">
                <a:solidFill>
                  <a:srgbClr val="1C3D77"/>
                </a:solidFill>
              </a:rPr>
              <a:t>kun</a:t>
            </a:r>
            <a:r>
              <a:rPr lang="en-GB" sz="1400" b="1" dirty="0">
                <a:solidFill>
                  <a:srgbClr val="1C3D77"/>
                </a:solidFill>
              </a:rPr>
              <a:t> je </a:t>
            </a:r>
            <a:r>
              <a:rPr lang="en-GB" sz="1400" b="1" dirty="0" err="1">
                <a:solidFill>
                  <a:srgbClr val="1C3D77"/>
                </a:solidFill>
              </a:rPr>
              <a:t>ermee</a:t>
            </a:r>
            <a:r>
              <a:rPr lang="en-GB" sz="1400" b="1" dirty="0">
                <a:solidFill>
                  <a:srgbClr val="1C3D77"/>
                </a:solidFill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1C3D77"/>
                </a:solidFill>
              </a:rPr>
              <a:t>Input </a:t>
            </a:r>
            <a:r>
              <a:rPr lang="en-GB" sz="1400" b="1" dirty="0" err="1">
                <a:solidFill>
                  <a:srgbClr val="1C3D77"/>
                </a:solidFill>
              </a:rPr>
              <a:t>lezen</a:t>
            </a:r>
            <a:r>
              <a:rPr lang="en-GB" sz="1400" b="1" dirty="0">
                <a:solidFill>
                  <a:srgbClr val="1C3D77"/>
                </a:solidFill>
              </a:rPr>
              <a:t>, </a:t>
            </a:r>
            <a:r>
              <a:rPr lang="en-GB" sz="1400" b="1" dirty="0" err="1">
                <a:solidFill>
                  <a:srgbClr val="1C3D77"/>
                </a:solidFill>
              </a:rPr>
              <a:t>detectie</a:t>
            </a:r>
            <a:r>
              <a:rPr lang="en-GB" sz="1400" b="1" dirty="0">
                <a:solidFill>
                  <a:srgbClr val="1C3D77"/>
                </a:solidFill>
              </a:rPr>
              <a:t>, etc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1C3D77"/>
                </a:solidFill>
              </a:rPr>
              <a:t>Output </a:t>
            </a:r>
            <a:r>
              <a:rPr lang="en-GB" sz="1400" b="1" dirty="0" err="1">
                <a:solidFill>
                  <a:srgbClr val="1C3D77"/>
                </a:solidFill>
              </a:rPr>
              <a:t>lezen</a:t>
            </a:r>
            <a:r>
              <a:rPr lang="en-GB" sz="1400" b="1" dirty="0">
                <a:solidFill>
                  <a:srgbClr val="1C3D77"/>
                </a:solidFill>
              </a:rPr>
              <a:t>, led </a:t>
            </a:r>
            <a:r>
              <a:rPr lang="en-GB" sz="1400" b="1" dirty="0" err="1">
                <a:solidFill>
                  <a:srgbClr val="1C3D77"/>
                </a:solidFill>
              </a:rPr>
              <a:t>aansturing</a:t>
            </a:r>
            <a:r>
              <a:rPr lang="en-GB" sz="1400" b="1" dirty="0">
                <a:solidFill>
                  <a:srgbClr val="1C3D77"/>
                </a:solidFill>
              </a:rPr>
              <a:t>, etc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sz="1400" b="1" dirty="0">
              <a:solidFill>
                <a:srgbClr val="1C3D77"/>
              </a:solidFill>
            </a:endParaRPr>
          </a:p>
          <a:p>
            <a:r>
              <a:rPr lang="en-GB" sz="1400" b="1" dirty="0" err="1">
                <a:solidFill>
                  <a:srgbClr val="1C3D77"/>
                </a:solidFill>
              </a:rPr>
              <a:t>Waar</a:t>
            </a:r>
            <a:r>
              <a:rPr lang="en-GB" sz="1400" b="1" dirty="0">
                <a:solidFill>
                  <a:srgbClr val="1C3D77"/>
                </a:solidFill>
              </a:rPr>
              <a:t> word het </a:t>
            </a:r>
            <a:r>
              <a:rPr lang="en-GB" sz="1400" b="1" dirty="0" err="1">
                <a:solidFill>
                  <a:srgbClr val="1C3D77"/>
                </a:solidFill>
              </a:rPr>
              <a:t>voor</a:t>
            </a:r>
            <a:r>
              <a:rPr lang="en-GB" sz="1400" b="1" dirty="0">
                <a:solidFill>
                  <a:srgbClr val="1C3D77"/>
                </a:solidFill>
              </a:rPr>
              <a:t> </a:t>
            </a:r>
            <a:r>
              <a:rPr lang="en-GB" sz="1400" b="1" dirty="0" err="1">
                <a:solidFill>
                  <a:srgbClr val="1C3D77"/>
                </a:solidFill>
              </a:rPr>
              <a:t>gebruikt</a:t>
            </a:r>
            <a:r>
              <a:rPr lang="en-GB" sz="1400" b="1" dirty="0">
                <a:solidFill>
                  <a:srgbClr val="1C3D77"/>
                </a:solidFill>
              </a:rPr>
              <a:t>?</a:t>
            </a:r>
          </a:p>
          <a:p>
            <a:pPr marL="571500" indent="-571500">
              <a:buFontTx/>
              <a:buChar char="-"/>
            </a:pPr>
            <a:r>
              <a:rPr lang="en-GB" sz="1400" b="1" dirty="0" err="1">
                <a:solidFill>
                  <a:srgbClr val="1C3D77"/>
                </a:solidFill>
              </a:rPr>
              <a:t>Domotica</a:t>
            </a:r>
            <a:endParaRPr lang="en-GB" sz="14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r>
              <a:rPr lang="en-GB" sz="1400" b="1" dirty="0">
                <a:solidFill>
                  <a:srgbClr val="1C3D77"/>
                </a:solidFill>
              </a:rPr>
              <a:t>Robots</a:t>
            </a:r>
          </a:p>
          <a:p>
            <a:pPr marL="571500" indent="-571500">
              <a:buFontTx/>
              <a:buChar char="-"/>
            </a:pPr>
            <a:r>
              <a:rPr lang="en-GB" sz="1400" b="1" dirty="0">
                <a:solidFill>
                  <a:srgbClr val="1C3D77"/>
                </a:solidFill>
              </a:rPr>
              <a:t>Automotive</a:t>
            </a: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sz="1400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sz="1400" b="1" dirty="0">
              <a:solidFill>
                <a:srgbClr val="1C3D77"/>
              </a:solidFill>
            </a:endParaRPr>
          </a:p>
          <a:p>
            <a:pPr lvl="1"/>
            <a:endParaRPr lang="en-GB" sz="100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sz="16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b="1" dirty="0">
              <a:solidFill>
                <a:srgbClr val="1C3D7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668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A4974-648E-692C-764E-E15BA42F2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2D7D3F9-29FE-3BAA-5212-70744FA66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10:01 AM</a:t>
            </a:fld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508F991-7F57-32DC-2CEA-A9204F68A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7</a:t>
            </a:fld>
            <a:endParaRPr lang="en-NL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3350948B-B207-3A8E-03CC-0F9410350AC5}"/>
              </a:ext>
            </a:extLst>
          </p:cNvPr>
          <p:cNvSpPr txBox="1">
            <a:spLocks/>
          </p:cNvSpPr>
          <p:nvPr/>
        </p:nvSpPr>
        <p:spPr>
          <a:xfrm>
            <a:off x="665884" y="1031553"/>
            <a:ext cx="10515600" cy="984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b="1" dirty="0">
                <a:solidFill>
                  <a:srgbClr val="1C3D77"/>
                </a:solidFill>
              </a:rPr>
              <a:t>LED </a:t>
            </a:r>
            <a:r>
              <a:rPr lang="en-GB" b="1" dirty="0" err="1">
                <a:solidFill>
                  <a:srgbClr val="1C3D77"/>
                </a:solidFill>
              </a:rPr>
              <a:t>Aansturing</a:t>
            </a:r>
            <a:endParaRPr lang="en-GB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r>
              <a:rPr lang="en-GB" sz="100" b="1" dirty="0" err="1">
                <a:solidFill>
                  <a:srgbClr val="1C3D77"/>
                </a:solidFill>
              </a:rPr>
              <a:t>LEd</a:t>
            </a:r>
            <a:endParaRPr lang="en-GB" sz="100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sz="1400" b="1" dirty="0">
              <a:solidFill>
                <a:srgbClr val="1C3D77"/>
              </a:solidFill>
            </a:endParaRPr>
          </a:p>
          <a:p>
            <a:pPr lvl="1"/>
            <a:endParaRPr lang="en-GB" sz="100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sz="16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b="1" dirty="0">
              <a:solidFill>
                <a:srgbClr val="1C3D77"/>
              </a:solidFill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3FC3A286-63CC-A19F-154E-24F74E554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12" y="1524000"/>
            <a:ext cx="6032500" cy="254000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1CC38D57-BE15-5B61-2CE8-8D5D4C8A8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100" y="1665232"/>
            <a:ext cx="61849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630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A2EF2-4ABF-398E-194E-6505E3E1D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25C549E-391A-D629-FE5A-51D049CF2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10:09 AM</a:t>
            </a:fld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1770A6E-B6DE-CA0F-AEA9-AA261718E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8</a:t>
            </a:fld>
            <a:endParaRPr lang="en-NL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3443EEBA-B097-8DD2-0873-33F569A8406E}"/>
              </a:ext>
            </a:extLst>
          </p:cNvPr>
          <p:cNvSpPr txBox="1">
            <a:spLocks/>
          </p:cNvSpPr>
          <p:nvPr/>
        </p:nvSpPr>
        <p:spPr>
          <a:xfrm>
            <a:off x="665884" y="1031553"/>
            <a:ext cx="10515600" cy="984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b="1" dirty="0">
                <a:solidFill>
                  <a:srgbClr val="1C3D77"/>
                </a:solidFill>
              </a:rPr>
              <a:t>Photo-sensor </a:t>
            </a:r>
            <a:r>
              <a:rPr lang="en-GB" b="1" dirty="0" err="1">
                <a:solidFill>
                  <a:srgbClr val="1C3D77"/>
                </a:solidFill>
              </a:rPr>
              <a:t>uitlezen</a:t>
            </a:r>
            <a:endParaRPr lang="en-GB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r>
              <a:rPr lang="en-GB" sz="100" b="1" dirty="0" err="1">
                <a:solidFill>
                  <a:srgbClr val="1C3D77"/>
                </a:solidFill>
              </a:rPr>
              <a:t>LEd</a:t>
            </a:r>
            <a:endParaRPr lang="en-GB" sz="100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sz="1400" b="1" dirty="0">
              <a:solidFill>
                <a:srgbClr val="1C3D77"/>
              </a:solidFill>
            </a:endParaRPr>
          </a:p>
          <a:p>
            <a:pPr lvl="1"/>
            <a:endParaRPr lang="en-GB" sz="100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sz="16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b="1" dirty="0">
              <a:solidFill>
                <a:srgbClr val="1C3D77"/>
              </a:solidFill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FB1EF4E-1477-B208-C1A7-0FD852F69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1308100"/>
            <a:ext cx="4202824" cy="3018803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27A3F4B4-1145-6062-4CD9-115276E19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241" y="1281795"/>
            <a:ext cx="7772400" cy="355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433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D4424-D50C-A22B-2666-4E6C346E1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2433FF63-3D54-726C-FFF6-8D08E9F45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10:28 AM</a:t>
            </a:fld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B8CC311-967E-B853-6D26-55DBC1ADF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9</a:t>
            </a:fld>
            <a:endParaRPr lang="en-NL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A6B30300-56CC-7423-B21B-B5A02B595454}"/>
              </a:ext>
            </a:extLst>
          </p:cNvPr>
          <p:cNvSpPr txBox="1">
            <a:spLocks/>
          </p:cNvSpPr>
          <p:nvPr/>
        </p:nvSpPr>
        <p:spPr>
          <a:xfrm>
            <a:off x="665884" y="1031553"/>
            <a:ext cx="10515600" cy="984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b="1" dirty="0">
                <a:solidFill>
                  <a:srgbClr val="1C3D77"/>
                </a:solidFill>
              </a:rPr>
              <a:t>Servo/Distance Sensor </a:t>
            </a:r>
            <a:r>
              <a:rPr lang="en-GB" b="1" dirty="0" err="1">
                <a:solidFill>
                  <a:srgbClr val="1C3D77"/>
                </a:solidFill>
              </a:rPr>
              <a:t>uitlezen</a:t>
            </a:r>
            <a:r>
              <a:rPr lang="en-GB" b="1" dirty="0">
                <a:solidFill>
                  <a:srgbClr val="1C3D77"/>
                </a:solidFill>
              </a:rPr>
              <a:t>/</a:t>
            </a:r>
            <a:r>
              <a:rPr lang="en-GB" b="1" dirty="0" err="1">
                <a:solidFill>
                  <a:srgbClr val="1C3D77"/>
                </a:solidFill>
              </a:rPr>
              <a:t>aansturen</a:t>
            </a:r>
            <a:endParaRPr lang="en-GB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r>
              <a:rPr lang="en-GB" sz="100" b="1" dirty="0" err="1">
                <a:solidFill>
                  <a:srgbClr val="1C3D77"/>
                </a:solidFill>
              </a:rPr>
              <a:t>LEd</a:t>
            </a:r>
            <a:endParaRPr lang="en-GB" sz="100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sz="1400" b="1" dirty="0">
              <a:solidFill>
                <a:srgbClr val="1C3D77"/>
              </a:solidFill>
            </a:endParaRPr>
          </a:p>
          <a:p>
            <a:pPr lvl="1"/>
            <a:endParaRPr lang="en-GB" sz="100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sz="16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b="1" dirty="0">
              <a:solidFill>
                <a:srgbClr val="1C3D77"/>
              </a:solidFill>
            </a:endParaRP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FAA22DF-7AA9-3EE6-DA6C-7E29DF879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9317"/>
            <a:ext cx="6070600" cy="5029200"/>
          </a:xfrm>
          <a:prstGeom prst="rect">
            <a:avLst/>
          </a:prstGeom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F97C08E0-09CC-A94F-066E-561082475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869" y="2184405"/>
            <a:ext cx="7772400" cy="278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276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4B8E5-1227-1271-6DB4-7150792A4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0A03BF5-E5E0-7AC8-41D0-5423C192F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10:32 AM</a:t>
            </a:fld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87FA598-E641-CB57-4E3F-FF739A4F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10</a:t>
            </a:fld>
            <a:endParaRPr lang="en-NL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7D6AC2B9-B2D4-49CE-7B7B-2FE9DDFBAAD8}"/>
              </a:ext>
            </a:extLst>
          </p:cNvPr>
          <p:cNvSpPr txBox="1">
            <a:spLocks/>
          </p:cNvSpPr>
          <p:nvPr/>
        </p:nvSpPr>
        <p:spPr>
          <a:xfrm>
            <a:off x="665884" y="1031553"/>
            <a:ext cx="10515600" cy="984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b="1" dirty="0">
                <a:solidFill>
                  <a:srgbClr val="1C3D77"/>
                </a:solidFill>
              </a:rPr>
              <a:t>Servo/Distance Sensor </a:t>
            </a:r>
            <a:r>
              <a:rPr lang="en-GB" b="1" dirty="0" err="1">
                <a:solidFill>
                  <a:srgbClr val="1C3D77"/>
                </a:solidFill>
              </a:rPr>
              <a:t>uitlezen</a:t>
            </a:r>
            <a:r>
              <a:rPr lang="en-GB" b="1" dirty="0">
                <a:solidFill>
                  <a:srgbClr val="1C3D77"/>
                </a:solidFill>
              </a:rPr>
              <a:t>/</a:t>
            </a:r>
            <a:r>
              <a:rPr lang="en-GB" b="1" dirty="0" err="1">
                <a:solidFill>
                  <a:srgbClr val="1C3D77"/>
                </a:solidFill>
              </a:rPr>
              <a:t>aansturen</a:t>
            </a:r>
            <a:endParaRPr lang="en-GB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r>
              <a:rPr lang="en-GB" sz="100" b="1" dirty="0" err="1">
                <a:solidFill>
                  <a:srgbClr val="1C3D77"/>
                </a:solidFill>
              </a:rPr>
              <a:t>LEd</a:t>
            </a:r>
            <a:endParaRPr lang="en-GB" sz="100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sz="1400" b="1" dirty="0">
              <a:solidFill>
                <a:srgbClr val="1C3D77"/>
              </a:solidFill>
            </a:endParaRPr>
          </a:p>
          <a:p>
            <a:pPr lvl="1"/>
            <a:endParaRPr lang="en-GB" sz="100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sz="16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b="1" dirty="0">
              <a:solidFill>
                <a:srgbClr val="1C3D77"/>
              </a:solidFill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0661780-33DF-2165-FA06-AAC49D625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06" y="1270200"/>
            <a:ext cx="5231308" cy="558780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1375EDC2-4094-D93D-DC93-2713502D4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214" y="2663266"/>
            <a:ext cx="7772400" cy="238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061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2CE42-2C1F-E76D-CAB6-D97A33B38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CA20C302-E818-CF58-629D-04F802C5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10:34 AM</a:t>
            </a:fld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806C2D0-1D1E-B8F5-BB9F-2F0348DBC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11</a:t>
            </a:fld>
            <a:endParaRPr lang="en-NL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895BC175-3EB6-CC32-3FA0-E139B26B0114}"/>
              </a:ext>
            </a:extLst>
          </p:cNvPr>
          <p:cNvSpPr txBox="1">
            <a:spLocks/>
          </p:cNvSpPr>
          <p:nvPr/>
        </p:nvSpPr>
        <p:spPr>
          <a:xfrm>
            <a:off x="665884" y="1031553"/>
            <a:ext cx="10515600" cy="984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b="1" dirty="0">
                <a:solidFill>
                  <a:srgbClr val="1C3D77"/>
                </a:solidFill>
              </a:rPr>
              <a:t>Bonus – LCD Scherm </a:t>
            </a:r>
            <a:r>
              <a:rPr lang="en-GB" b="1" dirty="0" err="1">
                <a:solidFill>
                  <a:srgbClr val="1C3D77"/>
                </a:solidFill>
              </a:rPr>
              <a:t>aansturen</a:t>
            </a:r>
            <a:endParaRPr lang="en-GB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r>
              <a:rPr lang="en-GB" sz="100" b="1" dirty="0" err="1">
                <a:solidFill>
                  <a:srgbClr val="1C3D77"/>
                </a:solidFill>
              </a:rPr>
              <a:t>LEd</a:t>
            </a:r>
            <a:endParaRPr lang="en-GB" sz="100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sz="1400" b="1" dirty="0">
              <a:solidFill>
                <a:srgbClr val="1C3D77"/>
              </a:solidFill>
            </a:endParaRPr>
          </a:p>
          <a:p>
            <a:pPr lvl="1"/>
            <a:endParaRPr lang="en-GB" sz="100" b="1" dirty="0">
              <a:solidFill>
                <a:srgbClr val="1C3D77"/>
              </a:solidFill>
            </a:endParaRPr>
          </a:p>
          <a:p>
            <a:pPr marL="1028700" lvl="1" indent="-571500">
              <a:buFontTx/>
              <a:buChar char="-"/>
            </a:pPr>
            <a:endParaRPr lang="en-GB" sz="1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sz="1600" b="1" dirty="0">
              <a:solidFill>
                <a:srgbClr val="1C3D77"/>
              </a:solidFill>
            </a:endParaRPr>
          </a:p>
          <a:p>
            <a:pPr marL="571500" indent="-571500">
              <a:buFontTx/>
              <a:buChar char="-"/>
            </a:pPr>
            <a:endParaRPr lang="en-GB" b="1" dirty="0">
              <a:solidFill>
                <a:srgbClr val="1C3D77"/>
              </a:solidFill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CE93FDF2-9955-8E86-4C81-0F8C91FFB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0" y="1466646"/>
            <a:ext cx="5917324" cy="5124517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F898079B-D21F-9A21-EFA3-994A26DD9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786" y="2231666"/>
            <a:ext cx="7772400" cy="268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290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CF9D2-951A-24FA-537E-F1AF93E18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FB533BA0-27DF-7667-54A2-EF186C3D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2/3/26 10:40 AM</a:t>
            </a:fld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293C8F7-25E4-1D5D-D5CC-745D318F0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12</a:t>
            </a:fld>
            <a:endParaRPr lang="en-NL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953D49C4-D4D5-7C13-3BEA-54A5ECDE10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664" y="158087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b="1" dirty="0">
                <a:solidFill>
                  <a:srgbClr val="1C3D77"/>
                </a:solidFill>
              </a:rPr>
              <a:t>Meet Roby’s AI cousin -&gt; Aivy!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B54AE66E-851F-8D51-B734-DE918D4C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998" y="1197490"/>
            <a:ext cx="5461344" cy="566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258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5AFB369-4673-4727-A7CD-D86AFE0AE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50709826-4D6B-4A97-8DB3-5DA166626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7263F58-6EE6-45B3-9BF2-C0BD5D30A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197CE03-EB81-4718-BEA1-C2D488961E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23">
              <a:extLst>
                <a:ext uri="{FF2B5EF4-FFF2-40B4-BE49-F238E27FC236}">
                  <a16:creationId xmlns:a16="http://schemas.microsoft.com/office/drawing/2014/main" id="{A3451629-72D6-4E33-A99A-40FAF7445D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17" name="Rectangle 25">
              <a:extLst>
                <a:ext uri="{FF2B5EF4-FFF2-40B4-BE49-F238E27FC236}">
                  <a16:creationId xmlns:a16="http://schemas.microsoft.com/office/drawing/2014/main" id="{E04F0FD4-BCD5-4435-A6B5-A2E69303B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E110F09-1C81-4E73-B5E9-D857CD879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19" name="Rectangle 27">
              <a:extLst>
                <a:ext uri="{FF2B5EF4-FFF2-40B4-BE49-F238E27FC236}">
                  <a16:creationId xmlns:a16="http://schemas.microsoft.com/office/drawing/2014/main" id="{273A9C01-06BD-4E8E-8BBF-2E2A9ECF4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20" name="Rectangle 28">
              <a:extLst>
                <a:ext uri="{FF2B5EF4-FFF2-40B4-BE49-F238E27FC236}">
                  <a16:creationId xmlns:a16="http://schemas.microsoft.com/office/drawing/2014/main" id="{B206C9B2-27BE-4B6F-A4D0-485FBBEB5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21" name="Rectangle 29">
              <a:extLst>
                <a:ext uri="{FF2B5EF4-FFF2-40B4-BE49-F238E27FC236}">
                  <a16:creationId xmlns:a16="http://schemas.microsoft.com/office/drawing/2014/main" id="{2E7D673E-0C5C-4F2B-B46E-3E9286B9E8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F0F78B34-9B26-4CA9-B8F0-B9638730F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3D30C69B-1116-5544-EB14-8737ADFE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0563" y="1678665"/>
            <a:ext cx="3887839" cy="237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/>
              <a:t>Any questions?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AB4286B-7100-F174-62DF-DF882BE6B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668A2C3-69B5-4450-B5B1-A41842134C22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pic>
        <p:nvPicPr>
          <p:cNvPr id="9" name="Afbeelding 8" descr="Afbeelding met tekst, poster, Lettertype, Graphics&#10;&#10;Door AI gegenereerde inhoud is mogelijk onjuist.">
            <a:extLst>
              <a:ext uri="{FF2B5EF4-FFF2-40B4-BE49-F238E27FC236}">
                <a16:creationId xmlns:a16="http://schemas.microsoft.com/office/drawing/2014/main" id="{D735A7C5-EA99-79BA-6293-1E84FF15F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412" y="-8467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679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381</TotalTime>
  <Words>251</Words>
  <Application>Microsoft Macintosh PowerPoint</Application>
  <PresentationFormat>Breedbeeld</PresentationFormat>
  <Paragraphs>119</Paragraphs>
  <Slides>13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18" baseType="lpstr">
      <vt:lpstr>Arial</vt:lpstr>
      <vt:lpstr>Calibri</vt:lpstr>
      <vt:lpstr>Trebuchet MS</vt:lpstr>
      <vt:lpstr>Wingdings 3</vt:lpstr>
      <vt:lpstr>Facet</vt:lpstr>
      <vt:lpstr>PowerPoint-presentatie</vt:lpstr>
      <vt:lpstr>Robot Races</vt:lpstr>
      <vt:lpstr>Meet Roby!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Meet Roby’s AI cousin -&gt; Aivy!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Menu Structuur - Sharepoint</dc:title>
  <dc:creator>Samuel Makatita</dc:creator>
  <cp:keywords>Sharepoint;Template</cp:keywords>
  <cp:lastModifiedBy>marc hassing</cp:lastModifiedBy>
  <cp:revision>29</cp:revision>
  <cp:lastPrinted>2022-09-06T08:04:04Z</cp:lastPrinted>
  <dcterms:created xsi:type="dcterms:W3CDTF">2022-09-06T06:52:09Z</dcterms:created>
  <dcterms:modified xsi:type="dcterms:W3CDTF">2026-02-03T11:40:04Z</dcterms:modified>
</cp:coreProperties>
</file>