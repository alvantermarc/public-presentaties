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8"/>
  </p:normalViewPr>
  <p:slideViewPr>
    <p:cSldViewPr snapToGrid="0">
      <p:cViewPr varScale="1">
        <p:scale>
          <a:sx n="114" d="100"/>
          <a:sy n="114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BC64A-8FC9-B442-964E-B85C3483B1EF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E3A72-02AA-8A4A-A733-7B3F487043D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3893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EE3A72-02AA-8A4A-A733-7B3F487043D3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6822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36B778-59C5-03AC-93AD-4F917A8A4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938A26D-4618-F20E-9667-24753454D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DC5616-FFD8-E607-178D-CF6F5DFC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82A30C9-1D97-2317-9FEE-74B0374B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32BE3A-15D7-8487-BAD3-5D130ABD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2413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3C5223-F591-4240-B9D4-32DEC533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5086FF-1142-C673-C2EA-1667F04B5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0F56EC9-EBCE-CE51-5117-01F36AD7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EC82BF3-0FE7-B737-54F8-97D6EBA1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DEAA84F-2448-2934-4C2F-90A923A6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70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3A5675-6BA7-D91D-6682-6611FAD2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F4704C9-3F72-A661-7487-812C145EC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EECAE83-9764-5027-7078-D83235FA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64862B8-4D41-9363-33FE-AB0D95390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B704469-9F87-1D36-4EBC-7B6F324E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053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F093CF-C68F-76FC-0685-443D33081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CDF03E7-79C0-B010-55DD-02DFFB777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0F3E734-3EDD-26A9-2A63-BDF953D9B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D21A612-D0BF-7A63-F82E-1A9C08950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79EF2CE-608E-1A54-3A94-84BEFCA0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095F229-7969-624D-5C71-5F152203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1896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9E5FEF-DE05-7D62-7823-DB739D99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73E16AE-6C7C-8872-CA30-ABDA138D1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A75C695-09FC-9E14-F901-BE8085DC1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2FBDA99-1938-9FAD-E4F8-C93699628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C521DC1E-17AB-502C-11C2-249889CF7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149B7EA-2AC8-DFE0-C234-92D5F666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BDCF06F-78BA-D758-8091-65242C0B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C6BF10F-EC65-16B8-9A96-5142113A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49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C5EC2-2D50-D894-8A4A-34F5C632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9982F8E-6859-0B5B-D265-69B78C57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C2BC9C7-D24A-998D-2DA9-0B3765E1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A4155BB-21FB-360A-D73C-5E26331E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297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B3C3D20-2EC2-59AB-910E-9BEDC1C5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9EC91EE-6CFF-6032-8C7F-D8937F2E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F064FA0-FF72-C89D-7FC9-A9852D56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739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15873-1EFC-3E7D-80CB-0138DF8DE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A82386-3EFC-4E4F-A2CF-8B6AD023A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EDE6F1C-7C6D-2839-A227-1B6AA76A1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B1F197-0A1F-0D45-96B0-A5635FD6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42929D4-074E-9685-6EFE-41517FE7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F353777-4306-C469-D3CD-7EFBEE67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774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F980BF-32C1-226C-33F7-33A115C2E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0FD31E7-F1F9-3DA5-76D1-DD2E5BFB6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70CA7F9-59FA-85C4-6897-02B0098A2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8BF3A65-7557-A33A-21A1-6198E109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8827F49-200D-BE61-8610-812381CF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FDE4C21-8DF9-6630-1FC7-AC598DF1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515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824E1-2DE4-2DDD-36BD-18EAC112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7420302-8CFA-3147-E8CD-A8576DCA0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5ED1C8-BF64-E2B9-5FED-68A50C09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22F15FD-4CB4-5FD5-0023-96B7DF751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834754-441B-F60A-1C5E-80E1015C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5288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37DD9BE-B43E-56C4-2BF5-E68EEFB63A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B99D627-3557-51F0-8DF7-21CD05FF8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4964502-04CA-BFF2-973F-1DDB4A12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60BE46A-2A1F-72B6-7932-1CEFD64D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DFDDC7B-50DD-1CBE-190B-618D9BF4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429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7D6C653-677E-9D94-F609-81932508A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D775F91-3096-88D0-8759-F356719D2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E1FE50D-69BC-0FC2-13CD-47C594BE4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33F4B7-F9C9-3F4D-9E82-ACCE6347B7B4}" type="datetimeFigureOut">
              <a:rPr lang="nl-NL" smtClean="0"/>
              <a:t>20-02-2026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C2B249D-8CE9-91ED-C7B4-96C745F8C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B31DD43-11F4-DB6C-AE2A-0D12D684D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46560-40B9-984E-82B3-95A0204915B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955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>
            <a:extLst>
              <a:ext uri="{FF2B5EF4-FFF2-40B4-BE49-F238E27FC236}">
                <a16:creationId xmlns:a16="http://schemas.microsoft.com/office/drawing/2014/main" id="{7E1FAF9E-4C37-0808-3434-63BF0EDF1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792" y="1229518"/>
            <a:ext cx="4970930" cy="5026315"/>
          </a:xfrm>
        </p:spPr>
        <p:txBody>
          <a:bodyPr>
            <a:normAutofit/>
          </a:bodyPr>
          <a:lstStyle/>
          <a:p>
            <a:r>
              <a:rPr lang="nl-NL" dirty="0"/>
              <a:t>Verbind de robot als volgt:</a:t>
            </a:r>
          </a:p>
          <a:p>
            <a:endParaRPr lang="nl-NL" dirty="0"/>
          </a:p>
          <a:p>
            <a:r>
              <a:rPr lang="nl-NL" dirty="0"/>
              <a:t>1 – </a:t>
            </a:r>
            <a:r>
              <a:rPr lang="nl-NL" dirty="0" err="1"/>
              <a:t>Disconnect</a:t>
            </a:r>
            <a:r>
              <a:rPr lang="nl-NL" dirty="0"/>
              <a:t> de power en zorg dat die uitstaat, zie rode pijl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2 – Verbind nu de witte kabel aan jouw pc/</a:t>
            </a:r>
            <a:r>
              <a:rPr lang="nl-NL" dirty="0" err="1"/>
              <a:t>mac</a:t>
            </a:r>
            <a:endParaRPr lang="nl-NL" dirty="0"/>
          </a:p>
        </p:txBody>
      </p:sp>
      <p:pic>
        <p:nvPicPr>
          <p:cNvPr id="5" name="Afbeelding 4" descr="Afbeelding met kabel, overdekt, elektronica, vloer&#10;&#10;Door AI gegenereerde inhoud is mogelijk onjuist.">
            <a:extLst>
              <a:ext uri="{FF2B5EF4-FFF2-40B4-BE49-F238E27FC236}">
                <a16:creationId xmlns:a16="http://schemas.microsoft.com/office/drawing/2014/main" id="{2920118C-14E2-60EA-9114-99EE0B457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425" y="1229519"/>
            <a:ext cx="5233895" cy="3925421"/>
          </a:xfrm>
          <a:prstGeom prst="rect">
            <a:avLst/>
          </a:prstGeom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AA3C456A-B49C-6523-DB91-5327FC5F480F}"/>
              </a:ext>
            </a:extLst>
          </p:cNvPr>
          <p:cNvCxnSpPr>
            <a:cxnSpLocks/>
          </p:cNvCxnSpPr>
          <p:nvPr/>
        </p:nvCxnSpPr>
        <p:spPr>
          <a:xfrm>
            <a:off x="7995117" y="678190"/>
            <a:ext cx="591322" cy="2065010"/>
          </a:xfrm>
          <a:prstGeom prst="straightConnector1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4E512A41-ADE3-7018-E409-9CF2A2722E32}"/>
              </a:ext>
            </a:extLst>
          </p:cNvPr>
          <p:cNvCxnSpPr>
            <a:cxnSpLocks/>
          </p:cNvCxnSpPr>
          <p:nvPr/>
        </p:nvCxnSpPr>
        <p:spPr>
          <a:xfrm flipV="1">
            <a:off x="8374566" y="3192229"/>
            <a:ext cx="557561" cy="27513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71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ijdelijke aanduiding voor inhoud 4" descr="Afbeelding met software, tekst, Multimedia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82503B6E-8D91-4A3E-FA51-CA6B1689B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3413" y="365125"/>
            <a:ext cx="5876364" cy="4824913"/>
          </a:xfrm>
          <a:prstGeom prst="rect">
            <a:avLst/>
          </a:prstGeom>
        </p:spPr>
      </p:pic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A464E3BB-9934-5F26-5C64-66F957C91231}"/>
              </a:ext>
            </a:extLst>
          </p:cNvPr>
          <p:cNvCxnSpPr>
            <a:cxnSpLocks/>
          </p:cNvCxnSpPr>
          <p:nvPr/>
        </p:nvCxnSpPr>
        <p:spPr>
          <a:xfrm flipH="1">
            <a:off x="2010336" y="927847"/>
            <a:ext cx="186241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ndertitel 2">
            <a:extLst>
              <a:ext uri="{FF2B5EF4-FFF2-40B4-BE49-F238E27FC236}">
                <a16:creationId xmlns:a16="http://schemas.microsoft.com/office/drawing/2014/main" id="{0BA0CC99-7C5A-C7E5-1FC4-20529AD124D1}"/>
              </a:ext>
            </a:extLst>
          </p:cNvPr>
          <p:cNvSpPr txBox="1">
            <a:spLocks/>
          </p:cNvSpPr>
          <p:nvPr/>
        </p:nvSpPr>
        <p:spPr>
          <a:xfrm>
            <a:off x="6438899" y="365125"/>
            <a:ext cx="4970930" cy="5026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Verbind de robot als volgt:</a:t>
            </a:r>
          </a:p>
          <a:p>
            <a:endParaRPr lang="nl-NL" dirty="0"/>
          </a:p>
          <a:p>
            <a:r>
              <a:rPr lang="nl-NL" dirty="0"/>
              <a:t>Onder rood pijl</a:t>
            </a:r>
          </a:p>
          <a:p>
            <a:r>
              <a:rPr lang="nl-NL" dirty="0"/>
              <a:t>1 – Select </a:t>
            </a:r>
            <a:r>
              <a:rPr lang="nl-NL" dirty="0" err="1"/>
              <a:t>Arduino</a:t>
            </a:r>
            <a:endParaRPr lang="nl-NL" dirty="0"/>
          </a:p>
          <a:p>
            <a:r>
              <a:rPr lang="nl-NL" dirty="0"/>
              <a:t>2 – Select usb/</a:t>
            </a:r>
            <a:r>
              <a:rPr lang="nl-NL" dirty="0" err="1"/>
              <a:t>serial</a:t>
            </a:r>
            <a:r>
              <a:rPr lang="nl-NL" dirty="0"/>
              <a:t> poort</a:t>
            </a:r>
          </a:p>
          <a:p>
            <a:endParaRPr lang="nl-NL" dirty="0"/>
          </a:p>
          <a:p>
            <a:r>
              <a:rPr lang="nl-NL" dirty="0"/>
              <a:t>Onder groen:</a:t>
            </a:r>
          </a:p>
          <a:p>
            <a:r>
              <a:rPr lang="nl-NL" dirty="0"/>
              <a:t>1 – Klik op de </a:t>
            </a:r>
            <a:r>
              <a:rPr lang="nl-NL" dirty="0" err="1"/>
              <a:t>play</a:t>
            </a:r>
            <a:r>
              <a:rPr lang="nl-NL" dirty="0"/>
              <a:t> knop, dit </a:t>
            </a:r>
            <a:r>
              <a:rPr lang="nl-NL" dirty="0" err="1"/>
              <a:t>compiled</a:t>
            </a:r>
            <a:r>
              <a:rPr lang="nl-NL" dirty="0"/>
              <a:t> en upload de software naar de </a:t>
            </a:r>
            <a:r>
              <a:rPr lang="nl-NL" dirty="0" err="1"/>
              <a:t>Arduino</a:t>
            </a:r>
            <a:endParaRPr lang="nl-NL" dirty="0"/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53B96E32-1911-EEFE-808C-C34B3C82B567}"/>
              </a:ext>
            </a:extLst>
          </p:cNvPr>
          <p:cNvCxnSpPr>
            <a:cxnSpLocks/>
          </p:cNvCxnSpPr>
          <p:nvPr/>
        </p:nvCxnSpPr>
        <p:spPr>
          <a:xfrm flipV="1">
            <a:off x="649943" y="927847"/>
            <a:ext cx="0" cy="847165"/>
          </a:xfrm>
          <a:prstGeom prst="straightConnector1">
            <a:avLst/>
          </a:prstGeom>
          <a:ln w="7620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13926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73</Words>
  <Application>Microsoft Macintosh PowerPoint</Application>
  <PresentationFormat>Breedbeeld</PresentationFormat>
  <Paragraphs>15</Paragraphs>
  <Slides>2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Kantoorthema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hassing</dc:creator>
  <cp:lastModifiedBy>marc hassing</cp:lastModifiedBy>
  <cp:revision>1</cp:revision>
  <dcterms:created xsi:type="dcterms:W3CDTF">2026-02-20T13:50:12Z</dcterms:created>
  <dcterms:modified xsi:type="dcterms:W3CDTF">2026-02-20T14:01:11Z</dcterms:modified>
</cp:coreProperties>
</file>