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3" r:id="rId1"/>
  </p:sldMasterIdLst>
  <p:notesMasterIdLst>
    <p:notesMasterId r:id="rId4"/>
  </p:notesMasterIdLst>
  <p:sldIdLst>
    <p:sldId id="263" r:id="rId2"/>
    <p:sldId id="264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438C"/>
    <a:srgbClr val="1C3D77"/>
    <a:srgbClr val="843CBC"/>
    <a:srgbClr val="1C46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13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606CCE-96B5-456B-BDB8-5AB82A6B73C2}" type="datetimeFigureOut">
              <a:rPr lang="en-NL" smtClean="0"/>
              <a:t>2/23/26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3EB4E-BD9D-40C2-ACA6-F5A7A8E19669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30909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2/23/26 3:06 PM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9468081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2/23/26 3:06 PM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31773415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2/23/26 3:06 PM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66908517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2/23/26 3:06 PM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66465514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2/23/26 3:06 PM</a:t>
            </a:fld>
            <a:endParaRPr lang="en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32285941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2/23/26 3:05 PM</a:t>
            </a:fld>
            <a:endParaRPr lang="en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6060115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2/23/26 3:05 PM</a:t>
            </a:fld>
            <a:endParaRPr lang="en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47076500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2/23/26 3:06 PM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47700502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2/23/26 3:06 PM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56354905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2/23/26 3:06 PM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7261462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2/23/26 3:06 PM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071561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2/23/26 3:06 PM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30389569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erte 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2/23/26 3:06 PM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0839998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ar of onwa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2/23/26 3:06 PM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2191980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2/23/26 3:06 PM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18635874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2/23/26 3:06 PM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53686802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3D0A0-CD79-4217-8564-E505E2EEAA91}" type="datetime8">
              <a:rPr lang="en-NL" smtClean="0"/>
              <a:t>2/23/26 3:05 PM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CC Group – Diversity Makes Strong</a:t>
            </a:r>
            <a:endParaRPr lang="en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668A2C3-69B5-4450-B5B1-A41842134C2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18234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Afbeelding 26" descr="Afbeelding met tekst, buiten&#10;&#10;Automatisch gegenereerde beschrijving">
            <a:extLst>
              <a:ext uri="{FF2B5EF4-FFF2-40B4-BE49-F238E27FC236}">
                <a16:creationId xmlns:a16="http://schemas.microsoft.com/office/drawing/2014/main" id="{81530D42-C1A8-CB53-C609-6799A82A05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72" r="3977" b="1"/>
          <a:stretch/>
        </p:blipFill>
        <p:spPr>
          <a:xfrm>
            <a:off x="2449145" y="0"/>
            <a:ext cx="6209619" cy="5809129"/>
          </a:xfrm>
          <a:custGeom>
            <a:avLst/>
            <a:gdLst/>
            <a:ahLst/>
            <a:cxnLst/>
            <a:rect l="l" t="t" r="r" b="b"/>
            <a:pathLst>
              <a:path w="4831627" h="4520011">
                <a:moveTo>
                  <a:pt x="0" y="0"/>
                </a:moveTo>
                <a:lnTo>
                  <a:pt x="4831627" y="0"/>
                </a:lnTo>
                <a:lnTo>
                  <a:pt x="1416677" y="4520011"/>
                </a:lnTo>
                <a:close/>
              </a:path>
            </a:pathLst>
          </a:custGeom>
        </p:spPr>
      </p:pic>
      <p:sp>
        <p:nvSpPr>
          <p:cNvPr id="23" name="Tekstvak 22">
            <a:extLst>
              <a:ext uri="{FF2B5EF4-FFF2-40B4-BE49-F238E27FC236}">
                <a16:creationId xmlns:a16="http://schemas.microsoft.com/office/drawing/2014/main" id="{93C0E6BF-4482-0415-9742-CCF61C5099ED}"/>
              </a:ext>
            </a:extLst>
          </p:cNvPr>
          <p:cNvSpPr txBox="1"/>
          <p:nvPr/>
        </p:nvSpPr>
        <p:spPr>
          <a:xfrm>
            <a:off x="-683910" y="2367910"/>
            <a:ext cx="4015442" cy="16463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</a:pPr>
            <a:r>
              <a:rPr lang="en-US" sz="1400" dirty="0">
                <a:latin typeface="+mj-lt"/>
                <a:ea typeface="+mj-ea"/>
                <a:cs typeface="+mj-cs"/>
              </a:rPr>
              <a:t>&lt;IT is our nature&gt;</a:t>
            </a:r>
          </a:p>
        </p:txBody>
      </p:sp>
      <p:pic>
        <p:nvPicPr>
          <p:cNvPr id="33" name="Afbeelding 32">
            <a:extLst>
              <a:ext uri="{FF2B5EF4-FFF2-40B4-BE49-F238E27FC236}">
                <a16:creationId xmlns:a16="http://schemas.microsoft.com/office/drawing/2014/main" id="{87F92FC9-4F4F-0CCF-CB6B-6290144B4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392" y="2785961"/>
            <a:ext cx="3817536" cy="4072039"/>
          </a:xfrm>
          <a:prstGeom prst="rect">
            <a:avLst/>
          </a:prstGeom>
        </p:spPr>
      </p:pic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3F417D-47C8-3A53-A377-27892A1883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77" y="2957911"/>
            <a:ext cx="2833374" cy="660730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6609FB8C-AF67-3299-755C-A46E43F58DA1}"/>
              </a:ext>
            </a:extLst>
          </p:cNvPr>
          <p:cNvSpPr txBox="1">
            <a:spLocks/>
          </p:cNvSpPr>
          <p:nvPr/>
        </p:nvSpPr>
        <p:spPr>
          <a:xfrm>
            <a:off x="471384" y="6112247"/>
            <a:ext cx="10515600" cy="539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b="1" dirty="0">
                <a:solidFill>
                  <a:srgbClr val="1C3D77"/>
                </a:solidFill>
              </a:rPr>
              <a:t>Welcome!</a:t>
            </a:r>
          </a:p>
        </p:txBody>
      </p:sp>
    </p:spTree>
    <p:extLst>
      <p:ext uri="{BB962C8B-B14F-4D97-AF65-F5344CB8AC3E}">
        <p14:creationId xmlns:p14="http://schemas.microsoft.com/office/powerpoint/2010/main" val="1401998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84C5574-F1CE-DEEA-2DAE-FD94B3CD9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D0A0-CD79-4217-8564-E505E2EEAA91}" type="datetime8">
              <a:rPr lang="en-NL" smtClean="0"/>
              <a:t>2/23/26 3:06 PM</a:t>
            </a:fld>
            <a:endParaRPr lang="en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D6013CC-D447-C9B9-7A23-593A4D108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8A2C3-69B5-4450-B5B1-A41842134C22}" type="slidenum">
              <a:rPr lang="en-NL" smtClean="0"/>
              <a:t>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410713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381</TotalTime>
  <Words>10</Words>
  <Application>Microsoft Macintosh PowerPoint</Application>
  <PresentationFormat>Breedbeeld</PresentationFormat>
  <Paragraphs>4</Paragraphs>
  <Slides>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</vt:i4>
      </vt:variant>
    </vt:vector>
  </HeadingPairs>
  <TitlesOfParts>
    <vt:vector size="7" baseType="lpstr">
      <vt:lpstr>Arial</vt:lpstr>
      <vt:lpstr>Calibri</vt:lpstr>
      <vt:lpstr>Trebuchet MS</vt:lpstr>
      <vt:lpstr>Wingdings 3</vt:lpstr>
      <vt:lpstr>Facet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Menu Structuur - Sharepoint</dc:title>
  <dc:creator>Samuel Makatita</dc:creator>
  <cp:keywords>Sharepoint;Template</cp:keywords>
  <cp:lastModifiedBy>marc hassing</cp:lastModifiedBy>
  <cp:revision>30</cp:revision>
  <cp:lastPrinted>2022-09-06T08:04:04Z</cp:lastPrinted>
  <dcterms:created xsi:type="dcterms:W3CDTF">2022-09-06T06:52:09Z</dcterms:created>
  <dcterms:modified xsi:type="dcterms:W3CDTF">2026-02-23T14:06:17Z</dcterms:modified>
</cp:coreProperties>
</file>